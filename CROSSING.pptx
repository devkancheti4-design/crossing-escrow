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CROSSING is a non-custodial escrow for cross-border stablecoin settlement. The distinctive part is that the release decision is a proved decision function - a law - rather than hand-written if-statements. Eight hazards are measured on chain; the law returns one of four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Fees, delays and counterparty risk. The traditional answer - an escrow agent - converts counterparty risk into custodian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insight. A constant cannot distinguish a successful measurement from a failed one. Every hazard in CROSSING is set both by a finding and by a failure to measure, so missing information always reduces what may 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steps, then stress the non-custodial guarantee: only two possible destinations, four possible paths, and the guardian cannot block a refund.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law is one mask, one isolate-lowest-bit, one count-trailing-zeros. Precedence is geometry: the lowest set bit wins. SETTLE is the FLOOR - what is left over when every lane is silent.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answer to what problems it solves. Each row is a real settlement failure and the mechanism that handles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strength claim rests on exhaustive verification rather than spot tests. 2^32 is every input the function can receive, not a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adversarial tests that pass. The theme: a hostile or broken dependency can only ever set its own hazard bit, which lowers what may 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series, one hue, values labelled directly. The hot path is 11k to 44k gas; opening is the expensive step and has a known optimisation.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weaknesses is the point of this slide. Note the pattern: the issues live in the measurement and the terms, not in the decision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method. We stress-tested our own design choice rather than assuming it, and we kept the rival as a diagnostic where it is genuinely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split: the decision is proved, the surrounding policy is documented, and it has not been run with real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70432"/>
            <a:ext cx="182880" cy="182880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1170432"/>
            <a:ext cx="182880" cy="182880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4" name="Shape 2"/>
          <p:cNvSpPr/>
          <p:nvPr/>
        </p:nvSpPr>
        <p:spPr>
          <a:xfrm>
            <a:off x="1298448" y="1170432"/>
            <a:ext cx="182880" cy="1828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Shape 3"/>
          <p:cNvSpPr/>
          <p:nvPr/>
        </p:nvSpPr>
        <p:spPr>
          <a:xfrm>
            <a:off x="1664208" y="1170432"/>
            <a:ext cx="182880" cy="1828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2029968" y="1170432"/>
            <a:ext cx="182880" cy="182880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7" name="Shape 5"/>
          <p:cNvSpPr/>
          <p:nvPr/>
        </p:nvSpPr>
        <p:spPr>
          <a:xfrm>
            <a:off x="2395728" y="1170432"/>
            <a:ext cx="182880" cy="182880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170432"/>
            <a:ext cx="182880" cy="182880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9" name="Shape 7"/>
          <p:cNvSpPr/>
          <p:nvPr/>
        </p:nvSpPr>
        <p:spPr>
          <a:xfrm>
            <a:off x="3127248" y="1170432"/>
            <a:ext cx="182880" cy="182880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133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eight measured hazards  ·  one ruling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83080"/>
            <a:ext cx="11057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</a:t>
            </a:r>
            <a:endParaRPr lang="en-US" sz="7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017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non-custodial stablecoin settlement escrow in which the release decision is a law, not an if-chain.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9300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cross only when every measurement ran and every measurement found nothing wrong.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617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294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across 4.3 billion inputs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4617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5294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tests, incl. fuzzing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4617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5294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OSes green in CI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933688" y="4617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933688" y="5294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for the ruling itself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github.com/devkancheti4-design/crossing-escrow   ·   live dApp: devkancheti4-design.github.io/crossing-escrow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settlement: slow, costly, trust-bound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costs every international payment still pays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3465576" cy="1920240"/>
          </a:xfrm>
          <a:prstGeom prst="roundRect">
            <a:avLst>
              <a:gd name="adj" fmla="val 428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97964"/>
            <a:ext cx="146304" cy="146304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192938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fees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40864"/>
            <a:ext cx="2990088" cy="1132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Correspondent banks, FX desks and payment processors each take a cut of the same payment.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719072"/>
            <a:ext cx="3465576" cy="1920240"/>
          </a:xfrm>
          <a:prstGeom prst="roundRect">
            <a:avLst>
              <a:gd name="adj" fmla="val 428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1997964"/>
            <a:ext cx="146304" cy="14630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91456" y="192938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Multi-day delays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340864"/>
            <a:ext cx="2990088" cy="1132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sits in transit across time zones, cut-off times and settlement windows while both sides wait.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1719072"/>
            <a:ext cx="3465576" cy="1920240"/>
          </a:xfrm>
          <a:prstGeom prst="roundRect">
            <a:avLst>
              <a:gd name="adj" fmla="val 428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997964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192938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risk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40864"/>
            <a:ext cx="2990088" cy="1132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has to go first. Pay before delivery and you carry the risk; deliver before payment and you carry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11057839" cy="1417320"/>
          </a:xfrm>
          <a:prstGeom prst="roundRect">
            <a:avLst>
              <a:gd name="adj" fmla="val 5806"/>
            </a:avLst>
          </a:prstGeom>
          <a:solidFill>
            <a:srgbClr val="1D2C3A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206240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usual fix does not remove that risk — it renames 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608576"/>
            <a:ext cx="10582351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escrow agent holds the money instead. Now both parties trust a custodian who can freeze the funds, be compelled to release them, or simply fail. The risk moved; it did not go away.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the problem statement this project was built against.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mode nobody writes a test for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conditions written by hand cannot tell two very different situations apart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5376672" cy="3703320"/>
          </a:xfrm>
          <a:prstGeom prst="roundRect">
            <a:avLst>
              <a:gd name="adj" fmla="val 2222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5681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production writes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49424"/>
            <a:ext cx="4901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(confirmations &gt;= 6 &amp;&amp;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block.timestamp &lt; deadline &amp;&amp;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oracle.isConfirmed(id))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release(payee);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56432"/>
            <a:ext cx="4901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is down, so it returns false.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 is stale, so it reads zero.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reverts, so the call fails.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4315968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those looks exactly like “not yet”. The code cannot tell measured-and-fine from could-not-measure — so it waits forever, or worse, proceeds.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719072"/>
            <a:ext cx="5376672" cy="3703320"/>
          </a:xfrm>
          <a:prstGeom prst="roundRect">
            <a:avLst>
              <a:gd name="adj" fmla="val 2222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95681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CROSSING writes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249424"/>
            <a:ext cx="4901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|= UNCONFIRMED;   // it said no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|= UNCONFIRMED;   // it reverted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|= UNCONFIRMED;   // no code there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456432"/>
            <a:ext cx="4901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hazard bit is set by a positive finding AND by any measurement that could not complete.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4315968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an unmeasured world always settles less, never more. That single rule is what makes the protocol fail closed instead of failing blind.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70585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settle by failing to measure.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 holds the funds. One law decides.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releases on a human's say-so, and no role can send the money anywhere else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7510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77440"/>
            <a:ext cx="2139696" cy="140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payer locks stablecoins for a named payee. The contract measures what actually arrived.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97510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MEASURE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377440"/>
            <a:ext cx="2139696" cy="140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bits: funding, deadline, signatures, oracle, dispute, peg, pause, throttle.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737360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197510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377440"/>
            <a:ext cx="2139696" cy="140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reads the byte and returns one act. Anyone may crank it; it is permissionless.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55264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089904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89136" y="1737360"/>
            <a:ext cx="2523744" cy="2212848"/>
          </a:xfrm>
          <a:prstGeom prst="roundRect">
            <a:avLst>
              <a:gd name="adj" fmla="val 3719"/>
            </a:avLst>
          </a:prstGeom>
          <a:solidFill>
            <a:srgbClr val="1D2C3A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947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ONE OF FOUR ACTS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0" y="2359152"/>
            <a:ext cx="137160" cy="1371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82912" y="2304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4  SETTLE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2651760"/>
            <a:ext cx="137160" cy="137160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82912" y="2596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 ESCROW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26880" y="2944368"/>
            <a:ext cx="137160" cy="13716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82912" y="28895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  ATTEST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0" y="3236976"/>
            <a:ext cx="137160" cy="137160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82912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0  REJECT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261104"/>
            <a:ext cx="11057839" cy="1572768"/>
          </a:xfrm>
          <a:prstGeom prst="roundRect">
            <a:avLst>
              <a:gd name="adj" fmla="val 5233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498848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Non-custodial, precisely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901184"/>
            <a:ext cx="10582351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can leave the contract in exactly four ways: the law rules SETTLE, an arbiter acts during a hold window, the payer refunds after the deadline, or the payee cancels. In every one of them the funds go to the payee or back to the payer — never anywhere else, and never to us. The guardian can pause and throttle, which only ever holds a crossing; it can never block a refund.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kernel: eight hazards, one instruction path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law is authored three times — in C, in Solidity and in TypeScript — and all three agree on every input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1024128"/>
          </a:xfrm>
          <a:prstGeom prst="roundRect">
            <a:avLst>
              <a:gd name="adj" fmla="val 8036"/>
            </a:avLst>
          </a:prstGeom>
          <a:solidFill>
            <a:srgbClr val="1D2C3A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810512"/>
            <a:ext cx="104360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(veto lanes) | (attest lanes) | (degrade lanes) | FLOOR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 = ctz(MASK &amp; -MASK)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3118104"/>
            <a:ext cx="182880" cy="182880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29809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2552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 0–1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980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5D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UNFUNDED · EXPIRED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2552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bit 0 — nothing sits below it, so a veto cannot be outranked at any depth.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4050792"/>
            <a:ext cx="182880" cy="1828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" y="3913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41879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 2–3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· UNCONFIRMED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18795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bit 1 — releases nothing, not even into a hold: an undo would have nothing to act against.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4983480"/>
            <a:ext cx="182880" cy="182880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0976" y="4846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51206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 4–7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A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DISPUTED · DEPEGGED · PAUSED · THROTTLED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51206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bit 2 — a rail in trouble slows the crossing instead of closing it.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8704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branch. No loop. No table. Precedence is bit position, not comparison — which is why “a dispute cannot outrank a missing signature” needed no rule, and no test for it ever failed.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solves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situations that break real settlements, and what the protocol does in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58384" cy="1444752"/>
          </a:xfrm>
          <a:prstGeom prst="roundRect">
            <a:avLst>
              <a:gd name="adj" fmla="val 569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0652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" y="183794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payer stalls after delivery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49424"/>
            <a:ext cx="4956048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needs a quorum of approvers or an oracle confirmation — not the payer's goodwill. Anyone can then trigger the ruling.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63056" y="1664208"/>
            <a:ext cx="5358384" cy="1444752"/>
          </a:xfrm>
          <a:prstGeom prst="roundRect">
            <a:avLst>
              <a:gd name="adj" fmla="val 569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190652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38544" y="183794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custodian is the risk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249424"/>
            <a:ext cx="4956048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holds the funds. They can only reach the payee or the payer, through four auditable paths.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5358384" cy="1444752"/>
          </a:xfrm>
          <a:prstGeom prst="roundRect">
            <a:avLst>
              <a:gd name="adj" fmla="val 569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515868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2416" y="34472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goods are disputed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858768"/>
            <a:ext cx="4956048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party opens a dispute; the crossing degrades into a reversible hold with an arbiter, rather than settling or freezing forever.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3273552"/>
            <a:ext cx="5358384" cy="1444752"/>
          </a:xfrm>
          <a:prstGeom prst="roundRect">
            <a:avLst>
              <a:gd name="adj" fmla="val 569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515868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38544" y="34472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or price feed breaks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858768"/>
            <a:ext cx="4956048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revert, a gas-burning loop, a stale answer or an empty address all set the hazard. The crossing holds; it never settles blind.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5358384" cy="1444752"/>
          </a:xfrm>
          <a:prstGeom prst="roundRect">
            <a:avLst>
              <a:gd name="adj" fmla="val 569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5125212"/>
            <a:ext cx="146304" cy="14630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42416" y="505663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stablecoin depegs mid-flight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5468112"/>
            <a:ext cx="4956048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outside its band, or a feed older than its heartbeat, holds the crossing until the peg is measured healthy again.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3056" y="4882896"/>
            <a:ext cx="5358384" cy="1444752"/>
          </a:xfrm>
          <a:prstGeom prst="roundRect">
            <a:avLst>
              <a:gd name="adj" fmla="val 5696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5125212"/>
            <a:ext cx="146304" cy="146304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38544" y="505663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ever shows up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64224" y="5468112"/>
            <a:ext cx="4956048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deadline passes, the law turns REJECT even with a full quorum, and the payer takes their money back.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strong?  1 — the decision is proved, not sampled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below is re-checked on every push, on Linux, Windows and macOS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587752" cy="1591056"/>
          </a:xfrm>
          <a:prstGeom prst="roundRect">
            <a:avLst>
              <a:gd name="adj" fmla="val 5172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8105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across every proof obligation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664208"/>
            <a:ext cx="2587752" cy="1591056"/>
          </a:xfrm>
          <a:prstGeom prst="roundRect">
            <a:avLst>
              <a:gd name="adj" fmla="val 5172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5304" y="18105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2³²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checked exhaustively, not sampled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1664208"/>
            <a:ext cx="2587752" cy="1591056"/>
          </a:xfrm>
          <a:prstGeom prst="roundRect">
            <a:avLst>
              <a:gd name="adj" fmla="val 5172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8105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certificates: each lane proved to be c · bitᵢ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33688" y="1664208"/>
            <a:ext cx="2587752" cy="1591056"/>
          </a:xfrm>
          <a:prstGeom prst="roundRect">
            <a:avLst>
              <a:gd name="adj" fmla="val 5172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8105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ports that agree byte for byte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5376672" cy="2395728"/>
          </a:xfrm>
          <a:prstGeom prst="roundRect">
            <a:avLst>
              <a:gd name="adj" fmla="val 3435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76732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byte in 256 may settle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169664"/>
            <a:ext cx="4901184" cy="158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256 situations the contract can measure, 192 refuse, 48 record and release nothing, 15 hold reversibly, and exactly 1 settles: the byte in which every measurement ran and found nothing.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count is asserted, not asserted-about. If a future change let a second byte settle, the build fails.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529584"/>
            <a:ext cx="5376672" cy="2395728"/>
          </a:xfrm>
          <a:prstGeom prst="roundRect">
            <a:avLst>
              <a:gd name="adj" fmla="val 3435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376732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“proved” means here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169664"/>
            <a:ext cx="4901184" cy="158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Agrees with an independent branchy oracle on all 256 bytes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Monotone: a new hazard never lets more value cross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Total over all 4.3 billion inputs it can be handed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Batches fold by OR — the weakest crossing rules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same tables pass in all three languages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Reproduce: cc -O2 -Wall -Wextra -Werror -o crossing crossing.c &amp;&amp; ./crossing   →   TOTAL  0 violations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strong?  2 — what we attacked it with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is a passing test in the suite, not a design intention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D2C3A"/>
          </a:solidFill>
          <a:ln w="7620">
            <a:solidFill>
              <a:srgbClr val="273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836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682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that re-enters on transfer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49824" y="1682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on both settle and refund: one attempt, zero successes, balances exact.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86584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6222D"/>
          </a:solidFill>
          <a:ln w="7620">
            <a:solidFill>
              <a:srgbClr val="273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642616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4414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fee-on-transfer token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49824" y="24414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arrived is measured, so the escrow reports UNFUNDED and refuses rather than over-promising.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145536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D2C3A"/>
          </a:solidFill>
          <a:ln w="7620">
            <a:solidFill>
              <a:srgbClr val="273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40156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oracle that reverts, burns all gas, or has no code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49824" y="3200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sets UNCONFIRMED. The ruling completes; a broken dependency cannot revert or grief the crossing.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904488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6222D"/>
          </a:solidFill>
          <a:ln w="7620">
            <a:solidFill>
              <a:srgbClr val="273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160520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3959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stale or codeless price feed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39593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DEPEGGED. The crossing holds until the peg can be measured healthy.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63440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D2C3A"/>
          </a:solidFill>
          <a:ln w="7620">
            <a:solidFill>
              <a:srgbClr val="273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91947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7183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guardian turning hostile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49824" y="471830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pause and throttle — both only hold a crossing. It can never move funds or block a refund.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22392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6222D"/>
          </a:solidFill>
          <a:ln w="7620">
            <a:solidFill>
              <a:srgbClr val="273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67842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54772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quorum arriving after the deadline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49824" y="547725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REJECT. Expiry sits below attestation, so no amount of signatures outranks it.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contract tests including a 256-run fuzz over the full uint256 input · checks-effects-interactions and a reentrancy guard on every state-changing function.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strong?  3 — cheap enough to run constantly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measured in the test suite, warm, excluding the 21,000 base transaction fee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per operation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62656" y="2029968"/>
            <a:ext cx="0" cy="2761488"/>
          </a:xfrm>
          <a:prstGeom prst="line">
            <a:avLst/>
          </a:prstGeom>
          <a:noFill/>
          <a:ln w="12700">
            <a:solidFill>
              <a:srgbClr val="C9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42616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21608" y="2029968"/>
            <a:ext cx="0" cy="2761488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2029968"/>
            <a:ext cx="0" cy="2761488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39512" y="2029968"/>
            <a:ext cx="0" cy="2761488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9472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98464" y="2029968"/>
            <a:ext cx="0" cy="2761488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78424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57416" y="2029968"/>
            <a:ext cx="0" cy="2761488"/>
          </a:xfrm>
          <a:prstGeom prst="line">
            <a:avLst/>
          </a:prstGeom>
          <a:noFill/>
          <a:ln w="9525">
            <a:solidFill>
              <a:srgbClr val="ED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1488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(payee cancel)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62656" y="2185416"/>
            <a:ext cx="827258" cy="365760"/>
          </a:xfrm>
          <a:prstGeom prst="roundRect">
            <a:avLst>
              <a:gd name="adj" fmla="val 13750"/>
            </a:avLst>
          </a:prstGeom>
          <a:solidFill>
            <a:srgbClr val="1694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1354" y="21488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10,900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282549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— no-op crank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62656" y="2862072"/>
            <a:ext cx="844789" cy="365760"/>
          </a:xfrm>
          <a:prstGeom prst="roundRect">
            <a:avLst>
              <a:gd name="adj" fmla="val 13750"/>
            </a:avLst>
          </a:prstGeom>
          <a:solidFill>
            <a:srgbClr val="1694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98885" y="28254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11,131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5021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+ rule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62656" y="3538728"/>
            <a:ext cx="1467054" cy="365760"/>
          </a:xfrm>
          <a:prstGeom prst="roundRect">
            <a:avLst>
              <a:gd name="adj" fmla="val 13750"/>
            </a:avLst>
          </a:prstGeom>
          <a:solidFill>
            <a:srgbClr val="1694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1150" y="35021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19,330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17880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+ rule + SETTLE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962656" y="4215384"/>
            <a:ext cx="3336884" cy="365760"/>
          </a:xfrm>
          <a:prstGeom prst="roundRect">
            <a:avLst>
              <a:gd name="adj" fmla="val 13750"/>
            </a:avLst>
          </a:prstGeom>
          <a:solidFill>
            <a:srgbClr val="1694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90980" y="41788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43,967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15721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test_Gas_Report, contracts/GAS.md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27848" y="1810512"/>
            <a:ext cx="3685032" cy="1755648"/>
          </a:xfrm>
          <a:prstGeom prst="roundRect">
            <a:avLst>
              <a:gd name="adj" fmla="val 4688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65592" y="204825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ruling itself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65592" y="2450592"/>
            <a:ext cx="3209544" cy="949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 gas. Eight shifts and masks, three ORs, one isolate-lowest-bit, one count-trailing-zeros. No branch, no loop, no storage read.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27848" y="3767328"/>
            <a:ext cx="3685032" cy="1755648"/>
          </a:xfrm>
          <a:prstGeom prst="roundRect">
            <a:avLst>
              <a:gd name="adj" fmla="val 4688"/>
            </a:avLst>
          </a:prstGeom>
          <a:solidFill>
            <a:srgbClr val="F3F6F8"/>
          </a:solidFill>
          <a:ln w="9525">
            <a:solidFill>
              <a:srgbClr val="DDE4E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65592" y="40050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 escrow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165592" y="4407408"/>
            <a:ext cx="3209544" cy="949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317,892 gas — it stores the full terms. The obvious optimisation is to store a hash of the terms and pass them as calldata.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is not what separates a good release rule from a bad one — but a rule this cheap can be re-run by anyone, at any time, which is what makes the crank permissionless.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not strong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review raised eight issues. None was a failure of the law; here they are anyway.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58384" cy="1335024"/>
          </a:xfrm>
          <a:prstGeom prst="roundRect">
            <a:avLst>
              <a:gd name="adj" fmla="val 6164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06524"/>
            <a:ext cx="146304" cy="146304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" y="183794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quorum = 0 is allowed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49424"/>
            <a:ext cx="4956048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payer can configure an escrow that needs no approver and no oracle. Their funds, their choice — but it is a foot-gun, and the first thing we would close.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63056" y="1664208"/>
            <a:ext cx="5358384" cy="1335024"/>
          </a:xfrm>
          <a:prstGeom prst="roundRect">
            <a:avLst>
              <a:gd name="adj" fmla="val 6164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1906524"/>
            <a:ext cx="146304" cy="146304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38544" y="183794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arbiter is not time-limited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249424"/>
            <a:ext cx="4956048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crossing is held, its arbiter can release or refund later. Bounded — it can never touch an open or finished escrow — but the hold window is not enforced on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127248"/>
            <a:ext cx="5358384" cy="1335024"/>
          </a:xfrm>
          <a:prstGeom prst="roundRect">
            <a:avLst>
              <a:gd name="adj" fmla="val 6164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369564"/>
            <a:ext cx="146304" cy="14630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2416" y="330098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payer-chosen dependencies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712464"/>
            <a:ext cx="4956048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fails closed on a silent or broken oracle. It cannot see a lying one. That is inherent, and it is why the oracle choice is part of the signed terms.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3127248"/>
            <a:ext cx="5358384" cy="1335024"/>
          </a:xfrm>
          <a:prstGeom prst="roundRect">
            <a:avLst>
              <a:gd name="adj" fmla="val 6164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369564"/>
            <a:ext cx="146304" cy="14630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38544" y="330098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ERC-20 is accepted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712464"/>
            <a:ext cx="4956048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Fee-on-transfer is handled. Rebasing, pausing or blacklisting tokens can still strand a crossing in a hold. An allowlist is the fix.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590288"/>
            <a:ext cx="5358384" cy="1335024"/>
          </a:xfrm>
          <a:prstGeom prst="roundRect">
            <a:avLst>
              <a:gd name="adj" fmla="val 6164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832604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42416" y="476402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 can be used to delay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5175504"/>
            <a:ext cx="4956048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bond and no limit on dispute cycles. Funds are never at risk of going to a third party, but settlement can be dragged out.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4590288"/>
            <a:ext cx="5358384" cy="1335024"/>
          </a:xfrm>
          <a:prstGeom prst="roundRect">
            <a:avLst>
              <a:gd name="adj" fmla="val 6164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4832604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38544" y="476402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guardian, no upgrades, no rotation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64224" y="5175504"/>
            <a:ext cx="4956048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risk, not custody risk: a compromised guardian can hold crossings but cannot move or trap funds. Deploy behind a multisig.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is written up with a named fix in docs/AUDIT.md — including the ones we chose not to apply, and why.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tried to beat our own kernel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rival branchless decision function was proposed. We gave it every advantage and measured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47872" cy="2121408"/>
          </a:xfrm>
          <a:prstGeom prst="roundRect">
            <a:avLst>
              <a:gd name="adj" fmla="val 3879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933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searched 20,160 layouts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3072384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way of assigning the eight hazards to the rival kernel's bits, scored against the law over all 256 situations. We report its best case, not its worst.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755648"/>
            <a:ext cx="3547872" cy="2121408"/>
          </a:xfrm>
          <a:prstGeom prst="roundRect">
            <a:avLst>
              <a:gd name="adj" fmla="val 3879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9933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best case still settles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95728"/>
            <a:ext cx="3072384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most favourable layout that exists, it still releases funds into an open dispute, and onto a depegged coin — the two situations an escrow exists to stop.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755648"/>
            <a:ext cx="3547872" cy="2121408"/>
          </a:xfrm>
          <a:prstGeom prst="roundRect">
            <a:avLst>
              <a:gd name="adj" fmla="val 3879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9933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cannot compose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395728"/>
            <a:ext cx="3072384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monotonicity failures: adding a hazard can move its ruling to a later blocker. Batches do not fold, so a batch of crossings has no ruling at 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481328"/>
          </a:xfrm>
          <a:prstGeom prst="roundRect">
            <a:avLst>
              <a:gd name="adj" fmla="val 5556"/>
            </a:avLst>
          </a:prstGeom>
          <a:solidFill>
            <a:srgbClr val="1D2C3A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462272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more than the result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864608"/>
            <a:ext cx="10582351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of strength is only worth what it was tested against. The rival kernel is a perfectly good diagnostic — it names which blocking observation came first, in about one nanosecond — and we shipped it as one, next to the law in the explorer. It is simply not a release rule. The law rules every one of those bytes correctly.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700784"/>
            <a:ext cx="5376672" cy="2542032"/>
          </a:xfrm>
          <a:prstGeom prst="roundRect">
            <a:avLst>
              <a:gd name="adj" fmla="val 3237"/>
            </a:avLst>
          </a:prstGeom>
          <a:solidFill>
            <a:srgbClr val="1D2C3A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93852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Strong, where strength is checkable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340864"/>
            <a:ext cx="4901184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release decision is total, monotone and fail-closed on every one of 4.3 billion inputs, proved three times in three languages, and cheap enough that anyone can run it.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custody guarantee is structural: two possible destinations, four possible paths, no privileged exit.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36208" y="1700784"/>
            <a:ext cx="5376672" cy="2542032"/>
          </a:xfrm>
          <a:prstGeom prst="roundRect">
            <a:avLst>
              <a:gd name="adj" fmla="val 3237"/>
            </a:avLst>
          </a:prstGeom>
          <a:solidFill>
            <a:srgbClr val="16222D"/>
          </a:solidFill>
          <a:ln w="9525">
            <a:solidFill>
              <a:srgbClr val="273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93852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strong, and we name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340864"/>
            <a:ext cx="4901184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measurement's dependencies are still trusted, a few configurations are foot-guns, and the contracts are unaudited. Those are policy and process, not proof — and each has a written fix.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not claim is that it has been run with real money.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57200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does not make the escrow trustworthy. It makes exactly one thing impossible: settling because nobody looked.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64608" y="5468112"/>
            <a:ext cx="146304" cy="146304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11" name="Shape 9"/>
          <p:cNvSpPr/>
          <p:nvPr/>
        </p:nvSpPr>
        <p:spPr>
          <a:xfrm>
            <a:off x="5175504" y="5468112"/>
            <a:ext cx="146304" cy="146304"/>
          </a:xfrm>
          <a:prstGeom prst="ellipse">
            <a:avLst/>
          </a:prstGeom>
          <a:solidFill>
            <a:srgbClr val="FF5D6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5468112"/>
            <a:ext cx="146304" cy="14630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Shape 11"/>
          <p:cNvSpPr/>
          <p:nvPr/>
        </p:nvSpPr>
        <p:spPr>
          <a:xfrm>
            <a:off x="5797296" y="5468112"/>
            <a:ext cx="146304" cy="14630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108192" y="5468112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5468112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9984" y="5468112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5468112"/>
            <a:ext cx="146304" cy="146304"/>
          </a:xfrm>
          <a:prstGeom prst="ellipse">
            <a:avLst/>
          </a:prstGeom>
          <a:solidFill>
            <a:srgbClr val="63A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5907024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github.com/devkancheti4-design/crossing-escrow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dApp: devkancheti4-design.github.io/crossing-escrow   ·   docs: README, ARCHITECTURE, AUDIT, LAW-EVALUATION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CROSSING - settlement escrow ruled by a law</dc:title>
  <dc:subject>PptxGenJS Presentation</dc:subject>
  <dc:creator>CROSSING</dc:creator>
  <cp:lastModifiedBy>CROSSING</cp:lastModifiedBy>
  <cp:revision>1</cp:revision>
  <dcterms:created xsi:type="dcterms:W3CDTF">2026-09-17T14:38:14Z</dcterms:created>
  <dcterms:modified xsi:type="dcterms:W3CDTF">2026-09-17T14:38:14Z</dcterms:modified>
</cp:coreProperties>
</file>